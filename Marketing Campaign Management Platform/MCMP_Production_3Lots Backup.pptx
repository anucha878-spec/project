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MCMP · Production 3 Lot · ผลกระทบต่อแผน QA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0" y="64465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WBS v1.0 (.xlsx export 2026-07-15) — Development Effort [Release] + Project Timeline_New22.06.69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12191695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0CBC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PROJECT 20240278 · RELEASE PLAN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แบ่งขึ้น Production 3 Lot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DFD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Segment (ต.ค. 2026)  →  Lead (ธ.ค. 2026)  →  Campaign (พ.ค. 2027)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1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Marketing Campaign Management Platform — บมจ. ไทยสมุทรประกันชีวิต (Ocean Life Insurance)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CD4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WBS v1.0 (.xlsx export 2026-07-15) — แท็บ Development Effort [คอลัมน์ Release] + Project Timeline_New22.06.69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CD4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แผนใหม่ 328 MD (เดิม 452.2 MD / 2 Lot)  ·  QA 98 MD  ·  180 Test Cases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Lot คืออะไร ขึ้นเมื่อไหร่</a:t>
            </a:r>
            <a:endParaRPr lang="en-US" sz="2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789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852160"/>
                <a:gridCol w="1554480"/>
                <a:gridCol w="1188720"/>
                <a:gridCol w="1280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ส่งมอบอะไร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Go Live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QA MD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Test Cases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 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Campaign Part 1 — นำเข้า Customer/Policy/GA4/RFM → สร้าง Segment → Sync FB/Google Ads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19 ต.ค. 2026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27.0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 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Lead Management ทั้งหมด — นำเข้า Lead/Agent/Income, Auto Assign + SLA, LC Connect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 ธ.ค. 2026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27.5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 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Campaign Part 2 — นำเข้า Line OA/FB Inbox/Ocean Club, สร้าง+ส่ง Campaign, Message, Tracking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 พ.ค. 2027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43.5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รวม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97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98.0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97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114800"/>
            <a:ext cx="10789920" cy="86868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4114800"/>
            <a:ext cx="73152" cy="8686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41148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🔑 ลำดับ Lot ไม่ตรงกับ 3 core process ของ BRD — BRD เรียง 01 Ingestion → 02 Campaign → 03 Lead แต่ Lot เรียง Segment → Lead → Campaign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งานนำเข้าข้อมูล (1.1.x) ถูกหั่นคร่อม Lot 1 กับ Lot 3 ตามว่า source ไหนป้อน feature ไหน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5166360"/>
            <a:ext cx="10789920" cy="5486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5166360"/>
            <a:ext cx="73152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5166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✅ Lot 2 (Lead) ไม่พึ่ง Lot 1 เลย — งาน 2.x อยู่ Lot 2 ก้อนเดียว ทดสอบขนานกับ Lot 1 ได้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85800" y="58521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เดิม: 2 Lot / 452.2 MD  →  ใหม่: 3 Lot / 328 MD (Dev ถูกตัด ~88 MD, QA แทบไม่ลด 100 → 98)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ข้อค้นพบสำคัญ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Lot 1 มี Segment แต่ “ส่ง Campaign ไม่ได้”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งานสร้าง/ส่ง Campaign (WBS 1.2.3–1.2.7) ถูกเลื่อนไป Lot 3 ทั้งหมด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789920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539496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 1 ทำได้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 1 ทำไม่ได้ (ต้องรอ Lot 3)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✅ นำเข้า Customer (1.1.1), Policy (1.1.2), GA4 (1.1.6), RFM (1.1.7)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✅ ค้นหา Segment (1.2.1)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✅ สร้าง Segment + เงื่อนไข (1.2.2)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✅ Sync Audience → Facebook / Google Ads (1.2.8)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✅ Monitoring &amp; Support (1.1.10)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❌ สร้าง Campaign (1.2.3)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❌ Tracking / Short Link (1.2.4)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❌ ส่ง LINE (1.2.5) · SMS (1.2.6) · Ocean Club App (1.2.7)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❌ Auto-tag (1.2.2.2.1 — อยู่ Lot 3 แม้ตาราง Tag จะทำใน Lot 1)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❌ นำเข้า Line OA (1.1.3), FB Inbox (1.1.4), Ocean Club (1.1.5), Staff (1.1.9)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3977640"/>
            <a:ext cx="10789920" cy="86868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3977640"/>
            <a:ext cx="73152" cy="8686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896112" y="39776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ผลต่อการทดสอบ: E2E “สร้าง Segment → ส่งหาลูกค้า → วัดผล” จะทดสอบได้ครั้งแรกตอน Lot 3 เท่านั้น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Lot 1 ต้อง verify Segment ด้วยวิธีอื่น — ตรวจ audience count / export raw data / ยืนยันปลายทางที่ Facebook–Google Ads Customer Match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5029200"/>
            <a:ext cx="10789920" cy="59436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" y="5029200"/>
            <a:ext cx="73152" cy="59436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5029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TC-04-15 (Filter channel-presence: มี Email / ไม่มี App / ยังไม่เป็น Ocean Connect) ต้องใช้ข้อมูล Line OA + Ocean Club App → ย้ายจาก Lot 1 ไป Lot 3 แล้ว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คำถามถึงทีม: business value ของ Lot 1 คือการ sync audience ไป FB/Google Ads เท่านั้น ใช่หรือไม่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ช่วงเวลาทดสอบแต่ละ Lot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789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931920"/>
                <a:gridCol w="2011680"/>
                <a:gridCol w="3931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ช่วงที่ QA ถูกจองใน Sheet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Go Live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ช่องว่างก่อนขึ้นระบบ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 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ก.ค. w5 – ก.ย. w4 2026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19 ต.ค. 2026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7D3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~3 สัปดาห์สำหรับ UAT — สมเหตุสมผล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 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ส.ค. w4 – ต.ค. w5 2026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 ธ.ค. 2026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7D3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~4 สัปดาห์สำหรับ UAT — สมเหตุสมผล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 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ก.ย. w4 – ธ.ค. w5 2026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 พ.ค. 2027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ทิ้งช่วง ~4 เดือน — ผิดปกติ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3429000"/>
            <a:ext cx="10789920" cy="123444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3429000"/>
            <a:ext cx="73152" cy="1234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342900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🔴 Lot 3 test window ไม่สมเหตุสมผล — ช่อง week ของ QA อยู่ ก.ย.–ธ.ค. 2026 ทั้งหมด แต่ Go Live คือ พ.ค. 2027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หลักฐานว่าเป็นข้อมูลค้าง: ช่องแยกปีของ Sheet เองบอกว่า Lot 3 มี 29.25 MD อยู่ปี 2027 แต่ช่อง week กลับไม่มีอะไรอยู่ปี 2027 เลย (สองค่ารวมได้ 34.5 เท่ากัน)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น่าจะเกิดจากตอนทำเวอร์ชัน _New22.06.69 มีการเลื่อน week cells มาซ้ายแล้วไม่ได้อัปเดตช่องแยกปี → ต้อง confirm กับ PM ก่อนจองคน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4846320"/>
            <a:ext cx="10789920" cy="9144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4846320"/>
            <a:ext cx="73152" cy="91440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4846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⚠️ Lot 1: ป้าย UAT ค้าง — Sheet เขียน End of UAT 30/10/2569 แต่ Go Live 19/10/2569 (UAT จบหลังขึ้นระบบ 11 วัน)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ยืนยันแล้วว่า Go Live 19 ต.ค. ถูก ป้าย UAT ค้างจากเวอร์ชันก่อน → UAT Lot 1 ต้องจบก่อน 19 ต.ค. 2026 (ช่วงเทสต์สั้นลงจริง 11 วัน)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ความเสี่ยง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คนเดียวรับ 77% ของงาน QA ทั้งโปรเจกต์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107899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468880"/>
                <a:gridCol w="1188720"/>
                <a:gridCol w="1188720"/>
                <a:gridCol w="1188720"/>
                <a:gridCol w="1097280"/>
                <a:gridCol w="822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บทบาท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ชื่อ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 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 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 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รวม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%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QA Lead MCMP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อนุชา พิมสร้อย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Lead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Lead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Lead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QA MCMP 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ชุติมา สมพันธ์แพ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23.0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18.25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34.5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75.75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77%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QA Data Platform / LC Connect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เนตรชนก สักกามาตร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6.0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10.0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10%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QA Line OA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ธัญทิพย์ หนักทอง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5.0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5.0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5%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QA CIS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เอกภพ อึ้งพยัคฆ์เดช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4%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QA Corporate Web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กันต์กมล คล้ายสุวรรณ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3.25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3.25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3%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รวม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27.0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27.5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43.5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97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98.0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100%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251960"/>
            <a:ext cx="10789920" cy="114300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4251960"/>
            <a:ext cx="73152" cy="11430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425196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 3 ชั้นซ้อนกันที่ชุติมา — (1) จองเกินวันที่มีจริง 9 MD ใน 3 สัปดาห์ หนักสุดคือ 30 พ.ย. 2026 ที่มีวันทำงานแค่ 1 วัน แต่จองไว้ 5 MD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(2) Utilization 96% (75.75 MD / 79 วัน) — ไม่เหลือ buffer ให้ retest หรือ defect เด้งกลับเลย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(3) Sheet เองเขียนว่า “IFRS17 Closing+Prod Issue 25% อาจจะมีแทรกด่วน” → capacity จริง ≈ 59 วัน แต่ต้องทำ 75.75 MD ขาด ~17 วัน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5532120"/>
            <a:ext cx="10789920" cy="640080"/>
          </a:xfrm>
          <a:prstGeom prst="rect">
            <a:avLst/>
          </a:prstGeom>
          <a:solidFill>
            <a:srgbClr val="E8F0FB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5532120"/>
            <a:ext cx="73152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5532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ทางเลือก: (1) เกลี่ยงาน 9 MD ที่ล้นไปสัปดาห์ที่ว่าง — แก้ได้แค่อาการ · (2) เพิ่มคนช่วย Lot 3 (34.5 MD, มีเวลาเตรียมถึง พ.ค. 2027) · (3) ให้ QA Lead ลงมือ แต่ต้องขอ MD เพิ่ม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Gap ที่ยังไม่มีใน WBS — ตกอยู่ Lot ไหน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10789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120640"/>
                <a:gridCol w="1645920"/>
                <a:gridCol w="31089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Gap High ที่ยังไม่มี task ใน WBS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Go Live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ความเร่งด่วน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 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① Do-not-contact list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② Exclude Consent = No (PDPA)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19 ต.ค. 2026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🚨 สูงสุด — Compliance/PDPA + ขึ้นเร็วที่สุด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 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④ Manual Assign Lead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⑤ ระงับ LC x วัน (5/10/15/20/ถาวร)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 ธ.ค. 2026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กลาง — มี TC รอแล้ว (TS-15, TS-17)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 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③ Maker/Checker อนุมัติส่ง Campaign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+ Medium อีก 4 ข้อ (Open tracking, Monthly report, Message object, Preview)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 พ.ค. 2027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ต่ำ — มีเวลาแก้ ~10 เดือน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434840"/>
            <a:ext cx="10789920" cy="105156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4434840"/>
            <a:ext cx="73152" cy="10515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443484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🚨 ทำไม Lot 1 ถึงเร่งที่สุด — Lot 1 มี Sync Audience ไป Facebook/Google Ads (1.2.8) อยู่ในขอบเขต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ถ้ายังไม่มี logic exclude Do-not-contact / Consent=No แปลว่าข้อมูลลูกค้าที่ไม่ยินยอมอาจถูกส่งออกนอกองค์กรตั้งแต่ Lot แรก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case มีรออยู่แล้ว (TC-04-07 Exclude Consent, TC-04-08 Exclude Do-not-contact) แต่ยังไม่มี task ใน WBS ให้ Dev ทำ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5623560"/>
            <a:ext cx="73152" cy="54864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5623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 gap เหล่านี้ถูกเพิ่มเข้า scope ต้องขอ QA เพิ่มประมาณ 5–8 MD ซึ่งยังไม่อยู่ใน 98 MD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7C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สิ่งที่ต้อง confirm กับ PM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107899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023360"/>
                <a:gridCol w="6217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#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ประเด็น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ทำไมถึงสำคัญ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Do-not-contact + Consent ต้องอยู่ Lot 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Compliance/PDPA — Lot 1 sync ข้อมูลออก FB/Google Ads แต่ยังไม่มี task exclude ใน WBS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ชุติมารับ 77% + จองเกิน 9 MD + IFRS17 กิน 25%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ขาด capacity จริง ~17 วัน — ต้องเกลี่ยงาน เพิ่มคน หรือเลื่อน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 3 test window ทิ้งช่วง 4 เดือน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ถ้าเป็นข้อมูลค้าง ต้องแก้ให้ตรง เพราะกระทบการจองคนทั้งแผน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 2: 83 TC แต่ได้แค่ 27.5 MD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น้อยสุดต่อ TC (~2.6 ชม./TC เทียบกับ Lot 1 ที่ได้ ~8 ชม.) — ขอดูฐานการประมาณ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QA Lead ไม่มี MD ใน Sheet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งาน test design / review / defect triage ไม่มี budget รองรับ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Dev ตัด 88 MD แต่ QA ลดแค่ 2 MD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scope ที่หายไปจาก Dev คืออะไร ทำไม QA ไม่ลดตาม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GrowthAi เป็น COTS หรือ custom build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ต่างกัน 4 MD vs 6–8 MD และกองที่ Lot 3 ซึ่งหนักอยู่แล้ว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5623560"/>
            <a:ext cx="73152" cy="548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5623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เอกสารฉบับเต็ม: MCMP_QA_Task_Assignment.md (แผน QA 3 Lot) · MCMP_BRD_vs_WBS_Crosscheck.md (gap ต่อ Lot) · export/MCMP_Test_Artifacts.xlsx (180 TC พร้อมคอลัมน์ Lot)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MCMP — Production 3 Lot Roadmap</dc:title>
  <dc:subject>PptxGenJS Presentation</dc:subject>
  <dc:creator>MCMP QA</dc:creator>
  <cp:lastModifiedBy>MCMP QA</cp:lastModifiedBy>
  <cp:revision>1</cp:revision>
  <dcterms:created xsi:type="dcterms:W3CDTF">2026-07-15T05:39:29Z</dcterms:created>
  <dcterms:modified xsi:type="dcterms:W3CDTF">2026-07-15T05:39:29Z</dcterms:modified>
</cp:coreProperties>
</file>