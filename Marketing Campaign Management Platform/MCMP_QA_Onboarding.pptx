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46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MCMP · QA Test Onboarding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12191695" cy="1097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4C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20240278  ·  QA ONBOARDING PACK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Marketing Campaign Management Platform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1F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คู่มือเริ่มต้นสำหรับทีม QA — เข้าใจระบบ รู้จัก Test Cases และเริ่มทดสอบได้ทันที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CD4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Owner: ฝ่ายการตลาด — บมจ. ไทยสมุทรประกันชีวิต (Ocean Life Insurance)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CD4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BRD v0.1 · WBS v1.0 · GrowthAi Slides  |  Test Design 180 Test Cases (155 BRD + 25 GrowthAi)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QA จะได้อะไรจาก deck นี้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อ่านจบแล้วคุณจะ (1) เข้าใจว่าระบบทำอะไร (2) รู้ว่ามี Test Case อะไรบ้าง เก็บไว้ที่ไหน นำเข้าเครื่องมือยังไง (3) รู้จุดที่ต้องทดสอบหนัก + Business Rule (4) รู้ว่าต้องเตรียม Test Data อะไร (5) รู้คำถามที่ต้อง clarify ก่อนลงมือ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2560320" cy="2011680"/>
          </a:xfrm>
          <a:prstGeom prst="rect">
            <a:avLst>
              <a:gd name="adj" fmla="val 363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รู้จักระบบ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Overview · Architecture · 3 Process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2424" y="2468880"/>
            <a:ext cx="2560320" cy="2011680"/>
          </a:xfrm>
          <a:prstGeom prst="rect">
            <a:avLst>
              <a:gd name="adj" fmla="val 363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83864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รู้จัก Test Asset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9584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180 TC · RTM · ไฟล์ import Jira/TestRail/Xray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2560320" cy="2011680"/>
          </a:xfrm>
          <a:prstGeom prst="rect">
            <a:avLst>
              <a:gd name="adj" fmla="val 363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9048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90488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รู้จุดเสี่ยง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Focus · Boundary · Business Rules · PDPA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05672" y="2468880"/>
            <a:ext cx="2560320" cy="2011680"/>
          </a:xfrm>
          <a:prstGeom prst="rect">
            <a:avLst>
              <a:gd name="adj" fmla="val 363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05672" y="2651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897112" y="3246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ลงมือ + ส่งมอบ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42832" y="36118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Data · QA1/QA2 · Entry/Exit · Defect 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800600"/>
            <a:ext cx="10789920" cy="640080"/>
          </a:xfrm>
          <a:prstGeom prst="rect">
            <a:avLst/>
          </a:prstGeom>
          <a:solidFill>
            <a:srgbClr val="E2F2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800600"/>
            <a:ext cx="73152" cy="64008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800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เอกสารคู่มือฉบับเต็มอยู่ในโปรเจกต์: MCMP_Test_Design.md · MCMP_BRD_vs_WBS_Crosscheck.md · MCMP_GrowthAi_Gap_and_TestCases.md · MCMP_QA_Task_Assignment.md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MCMP ทำอะไร — ใน 1 นาที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แพลตฟอร์มกลางของฝ่ายการตลาด: รวมข้อมูลลูกค้าหลายระบบ → สร้างกลุ่มเป้าหมาย → ยิงแคมเปญหลายช่องทาง → เชื่อมโฆษณาออนไลน์ → บริหาร Lead จนถึงมือตัวแทน (LC)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2011680" cy="1554480"/>
          </a:xfrm>
          <a:prstGeom prst="rect">
            <a:avLst>
              <a:gd name="adj" fmla="val 470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944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รวมข้อมูล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310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 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43784" y="2286000"/>
            <a:ext cx="2011680" cy="1554480"/>
          </a:xfrm>
          <a:prstGeom prst="rect">
            <a:avLst>
              <a:gd name="adj" fmla="val 470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43784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89504" y="2944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Segment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9504" y="3310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RFM / CLV / Health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1768" y="2286000"/>
            <a:ext cx="2011680" cy="1554480"/>
          </a:xfrm>
          <a:prstGeom prst="rect">
            <a:avLst>
              <a:gd name="adj" fmla="val 470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47488" y="2944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Campaign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3310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SMS/Email/LINE/App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59752" y="2286000"/>
            <a:ext cx="2011680" cy="1554480"/>
          </a:xfrm>
          <a:prstGeom prst="rect">
            <a:avLst>
              <a:gd name="adj" fmla="val 470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05472" y="2944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Ads Sync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05472" y="3310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FB / Google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317736" y="2286000"/>
            <a:ext cx="2011680" cy="1554480"/>
          </a:xfrm>
          <a:prstGeom prst="rect">
            <a:avLst>
              <a:gd name="adj" fmla="val 4706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17736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⑤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363456" y="2944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Lead → LC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63456" y="3310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SLA 24 ชม.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160520"/>
            <a:ext cx="10789920" cy="640080"/>
          </a:xfrm>
          <a:prstGeom prst="rect">
            <a:avLst/>
          </a:prstGeom>
          <a:solidFill>
            <a:srgbClr val="E8F0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160520"/>
            <a:ext cx="73152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4160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กระบวนการที่ QA ต้องครอบคลุม:  01 Data Ingestion   ·   02 Campaign Setting &amp; Send   ·   03 Lead Management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Segmentation model ที่ต้องรู้: RFM Group (11) · CLV Group (6) · Customer Segment (6) · Age Group · Health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จุดเชื่อมต่อที่ต้องทดสอบ (Seams)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10789920" cy="2194560"/>
          </a:xfrm>
          <a:prstGeom prst="rect">
            <a:avLst>
              <a:gd name="adj" fmla="val 2500"/>
            </a:avLst>
          </a:prstGeom>
          <a:solidFill>
            <a:srgbClr val="0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6304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ต้นทาง ]              [ Data Platform ]            [ MCMP ]           [ ปลายทาง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CIS/OLI ─┐                                                             ┌─ ลูกค้า (SMS/Email/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AS400    │  DW → S3 → AWS Glue/Athena     01 Ingestion                 │   LINE/Ocean Club)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LineOA   ├ Upd/Ins ─► (lakecurated) ──► 02 Campaign ───────────────────┤─ FB / Google Ads (ESB)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GA4      │  → QuickSight (RFM/Dashboard)  03 Lead                       │─ LC Connect (ตัวแทน)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OSSS·NBS │                                                             └─ Digital Sale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Web·HR ──┘  Vendor: GrowthAi · Infobip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749040"/>
            <a:ext cx="1078992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74904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Integration ที่ต้องเตรียม stub/บัญชีทดสอบ: FB/Google Ads API · Infobip (SMS+Shortlink) · OSSS · UW · NBS · QuickSight/S3 · GrowthAi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572000"/>
            <a:ext cx="10789920" cy="640080"/>
          </a:xfrm>
          <a:prstGeom prst="rect">
            <a:avLst/>
          </a:prstGeom>
          <a:solidFill>
            <a:srgbClr val="E8F0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4572000"/>
            <a:ext cx="73152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572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 Source of Truth: เจอข้อมูลซ้ำหลายแหล่ง → ระบบต้องยึด เบอร์/อีเมลจาก CIS เสมอ (verify ทุกจุด dedup)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MAP · PROCESS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Ingestion — ทดสอบอะไร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63040"/>
          <a:ext cx="107899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760720"/>
                <a:gridCol w="1463040"/>
                <a:gridCol w="5486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Scenario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โฟกัสการทดสอบ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Pri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TS-01 ดึงข้อมูล + แจ้งผล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Update-Insert ไม่ซ้ำ · จับ error · Automail 08:00 / ไม่พบไฟล์ 09:00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TC-01-01..09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TS-02 Upload + Validate ไฟล์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csv ≤5MB (boundary 5.00/5.01) · column ผิด · ซ้ำ · ว่าง · ไทย UTF-8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TC-02-01..09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TS-03 Maker/Checker นำเข้า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Approve→เข้า CIS · Reject+เหตุผล · Maker อนุมัติงานตัวเองไม่ได้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TC-03-01..05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663440"/>
            <a:ext cx="1078992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466344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4663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จุดพลาดบ่อย: boundary ขนาดไฟล์ (=5MB ยอมรับ / &gt;5MB ปฏิเสธ) และ encoding ภาษาไทยต้องไม่เพี้ยน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MAP · PROCESS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Campaign Setting &amp; Send — ทดสอบอะไร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943600"/>
                <a:gridCol w="1645920"/>
                <a:gridCol w="548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Scenario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โฟกัสการทดสอบ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Pri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TS-04 Segment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Filter AND/OR · RFM · Clone · Exclude Consent=No · Exclude Do-not-contact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TC-04-01..17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TS-05 Ads Sync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Sync audience → FB / Google (Customer Match)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TC-05-01..03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7C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TS-06 Campaign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Flow builder · เวลา 3 แบบ · Retarget · นับ Sent/Open/Unique Click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TC-06-01..23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TS-07 Message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แยกช่องทาง · Personalization · Shortlink Infobip · SMS credit ไทย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TC-07-01..11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TS-08 Maker/Checker ส่ง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Approve→ส่ง · Reject→ไม่ส่ง · แก้หลังอนุมัติ (lock?)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TC-08-01..05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TS-09 Send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ส่งตรงเวลา · ยึด CIS · do-not-contact ไม่ได้รับ · สรุปรายที่ fail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TC-09-01..06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TS-10 Tracking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Sent/Open/Click/Unique · Export raw · Monthly Report (วันที่1 13:00)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TC-10-01..10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4892040"/>
            <a:ext cx="1078992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4892040"/>
            <a:ext cx="73152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GrowthAi: Campaign = Visual Flow Builder (Decision/Condition/Action) → ต้องทดสอบ combinatorial path (ดูสไลด์ถัดไป)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MAP · PROCESS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Lead Management — ทดสอบอะไร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  <a:gridCol w="1645920"/>
                <a:gridCol w="5486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Scenario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โฟกัสการทดสอบ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Pri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TS-11 Import LC (OSSS)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boundary ≤10 ชื่อ/จังหวัด · ≤10 จังหวัด/ครั้ง · auto update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TC-11-01..07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TS-12 บันทึก Lead + Dedup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Web/FB/Contact(VPN)/CRM · dedup 1 &amp; 2 ช่องทาง · แบบประกันเหมือน/ต่าง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TC-12-01..12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TS-13 Online vs ตัวแทน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Online→Digital Sale (Sheet+Email) / ตัวแทน→เกณฑ์ Assign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TC-13-01..04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7C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TS-14 Auto Assign + Scoring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จังหวัด→ผลงาน→Round Robin · tie-break · Hot/Warm · no candidate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TC-14-01..14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TS-15 Manual Assign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 Lead ไร้ LC · assign + audit (ใคร/เมื่อไร)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TC-15-01..05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7C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TS-16 LC Connect UI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My Lead · Notification · Status · ปุ่มโทร · mockup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TC-16-01..06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7C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TS-17 SLA 24 ชม. + ระงับ LC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Hot/Warm timer · boundary 07/18/19:00 · เกิน→ดึงคืน · ระงับ 5–ถาวร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TC-17-01..14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TS-18 Contact + UW + 3 ครั้ง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UW lookup 3 กรณี · กฎ 3 ครั้งปิดเคส · ติดตาม ≤7 วัน · retention 3 เดือน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TC-18-01..16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TS-19 Report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Automail Daily 09:00 · Export CSV/Excel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TC-19-01..04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7C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074920"/>
            <a:ext cx="1078992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5074920"/>
            <a:ext cx="73152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TS-17 (SLA) = จุดต้องทดสอบ Boundary หนักที่สุด — เวลาเริ่มนับ Hot vs Warm ต่างกัน + ขอบ 07/18/19:00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ASSETS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Cases อยู่ที่ไหน — นำเข้ายังไง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2560320" cy="1051560"/>
          </a:xfrm>
          <a:prstGeom prst="rect">
            <a:avLst>
              <a:gd name="adj" fmla="val 6957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Cases รวม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560320" cy="1051560"/>
          </a:xfrm>
          <a:prstGeom prst="rect">
            <a:avLst>
              <a:gd name="adj" fmla="val 6957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BRD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560320" cy="1051560"/>
          </a:xfrm>
          <a:prstGeom prst="rect">
            <a:avLst>
              <a:gd name="adj" fmla="val 6957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72200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GrowthAi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371600"/>
            <a:ext cx="2560320" cy="1051560"/>
          </a:xfrm>
          <a:prstGeom prst="rect">
            <a:avLst>
              <a:gd name="adj" fmla="val 6957"/>
            </a:avLst>
          </a:prstGeom>
          <a:solidFill>
            <a:srgbClr val="F6F9FC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15400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Scenarios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06040"/>
          <a:ext cx="107899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583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ไฟล์ / ที่อยู่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ใช้ทำอะไร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MCMP_Test_Design.md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อ่านทำความเข้าใจ TC ทั้งหมด (RTM · steps · expected · test data · open issues)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export\MCMP_Test_Artifacts.xlsx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Master 13 sheets — ใช้ track/รีวิว offline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export\TestCases_Jira.csv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Import เข้า Jira (UTF-8 BOM)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export\TestCases_TestRail.csv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Import เข้า TestRail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export\TestCases_Xray_Steps.csv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Import เข้า Xray (แยก step)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export\data.js → build-excel.js/build-csv.js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แหล่งความจริงเดียว — แก้ TC ที่นี่แล้ว regenerate ทุกไฟล์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COVERAGE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RTM — Requirement → Test Cases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Test Case trace กลับไป Process Step ID ของ BRD ได้ (เช่น TC-17-02 → 03-12). ใช้ตารางนี้วางแผน sprint และเช็ค coverage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789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1188720"/>
                <a:gridCol w="2743200"/>
                <a:gridCol w="25603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Process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Scenarios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 (BRD)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จุดเน้น P1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โฟกัสความเสี่ยง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01 Ingestion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TS-01..03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~23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Upload validate · Maker/Checker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boundary ไฟล์ · error handling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02 Campaign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TS-04..10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~55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Segment · Send · Tracking · Approval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PDPA exclude · flow builder · CIS dedup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03 Lead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TS-11..19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~77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Assign · SLA · Contact result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SLA timer boundary · dedup · retention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GrowthAi (+)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Segment/Msg/Campaign/Track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+25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Flow node · Tracking columns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combinatorial path · webhook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029200"/>
            <a:ext cx="10789920" cy="640080"/>
          </a:xfrm>
          <a:prstGeom prst="rect">
            <a:avLst/>
          </a:prstGeom>
          <a:solidFill>
            <a:srgbClr val="E7F4E9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5029200"/>
            <a:ext cx="73152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5029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Priority: P1=Critical · P2=High · P3=Medium — เริ่มรัน P1 ของ Process ที่ตัวเองรับผิดชอบก่อนเสมอ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⭐ TEST FOCUS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จุดต้องทดสอบหนัก (Critical / Boundary)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SLA Timer (TS-17): Hot นับจาก 'เวลานัด' · Warm นับจาก 'เวลา assign' ในช่วง 9–18 น. → ทดสอบขอบ 07:00 (เริ่ม 9:00), 18:00 (พอดี), 19:00 (เริ่ม 9:00 วันถัดไป), ครบ 24 ชม.พอดี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Dedup (TS-12/09): 1 ช่องทาง vs 2 ช่องทาง · แบบประกันเหมือน/ต่าง · ยึด CIS เป็นหลัก · Lead ซ้ำ → LC คนเดิม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PDPA/Compliance (TS-04/09): Consent=No และ Do-not-contact ต้องถูก exclude ทั้งตอนสร้าง Segment และตอนส่งจริง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Maker/Checker (TS-03/08): แยกบทบาท — Maker อนุมัติงานตัวเองไม่ได้ · Reject ต้องมีเหตุผล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 Upload (TS-02): boundary 5.00MB ยอมรับ / 5.01MB ปฏิเสธ · column ผิด · ไฟล์ว่าง · ไทย UTF-8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Counter (TS-06/10): Sent=สำเร็จเท่านั้น · Unique Click ไม่นับซ้ำ · Open แยกจาก Click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 LC (TS-11): boundary ≤10 ชื่อ/จังหวัด และ ≤10 จังหวัด/ครั้ง (10 ยอมรับ / 11 ปฏิเสธ)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Rule ที่ต้อง verify ทุก path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63040"/>
          <a:ext cx="10789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315200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Rule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ทดสอบที่ scenario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ยึดเบอร์/อีเมลจาก CIS เป็นหลักเมื่อข้อมูลซ้ำ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TS-09, TS-12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Exclude Consent=No + Do-not-contact ก่อนส่ง (PDPA)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TS-04, TS-09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Maker/Checker ทั้ง import (01-0-4) และส่ง campaign (02-7)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TS-03, TS-08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SLA Lead 24 ชม. เกิน → ดึงคืน + ระงับ LC (5/10/15/20/ถาวร)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 Scoring: มีเวลานัด=Hot / ไม่มี=Warm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TS-14, TS-17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Retention: Lead ปิดไม่ได้ 3 เดือน → ลบอัตโนมัติ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TS-18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BR-7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กฎติดต่อสูงสุด 3 ครั้ง → ปิดเคส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TS-18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166360"/>
            <a:ext cx="10789920" cy="640080"/>
          </a:xfrm>
          <a:prstGeom prst="rect">
            <a:avLst/>
          </a:prstGeom>
          <a:solidFill>
            <a:srgbClr val="FDECEA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5166360"/>
            <a:ext cx="73152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5166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BR-2 (PDPA) และ BR-3 (Maker/Checker) เป็นความเสี่ยงเชิงกฎหมาย/governance — ถ้าเทสต์ตกมีผลร้ายแรง จัดเป็น P1 เสมอ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⭐ HEADS-UP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GrowthAi เปลี่ยนวิธีทดสอบ Campaign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GrowthAi คือเครื่องมือ marketing-automation จริง — Campaign </a:t>
            </a:r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ไม่ใช่ </a:t>
            </a:r>
            <a:pPr indent="0" marL="0"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"สร้าง+เลือกช่องทาง" แต่เป็น </a:t>
            </a:r>
            <a:pPr indent="0" marL="0">
              <a:buNone/>
            </a:pPr>
            <a:r>
              <a:rPr lang="en-US" sz="15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Flow Builder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10789920" cy="1645920"/>
          </a:xfrm>
          <a:prstGeom prst="rect">
            <a:avLst>
              <a:gd name="adj" fmla="val 3333"/>
            </a:avLst>
          </a:prstGeom>
          <a:solidFill>
            <a:srgbClr val="0B2A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5740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[Segment / Contact] → [Decision] → [Condition ตาม tag] → [Action]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yes/no       branch               ├─ Send email (drag-drop builder)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├─ Send text message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├─ Mobile app push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├─ Send webhook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└─ per-step delay / schedule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1078992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79476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794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ต้องทดสอบ: แต่ละ node แยก + ทั้ง flow แบบ E2E + combinatorial path (yes/no × branch × action) + per-step delay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617720"/>
            <a:ext cx="10789920" cy="640080"/>
          </a:xfrm>
          <a:prstGeom prst="rect">
            <a:avLst/>
          </a:prstGeom>
          <a:solidFill>
            <a:srgbClr val="E8F0FB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617720"/>
            <a:ext cx="73152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617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Tracking ตายตัวต่อ campaign: Total User · Total Send · Total Credit · Total Fail · Total Click · Unique Click (+ drill-down รายคน)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PREPARE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Data ที่ต้องเตรียมก่อนเทสต์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  <a:gridCol w="23774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ชุดข้อมูล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ใช้กับ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Customer ปกติ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มีเบอร์+อีเมล · Consent=Y · Inforce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TS-04, TS-09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Customer Consent=No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ต้องถูก exclude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TC-04-07, 09-06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Customer ใน Do-not-contact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เบอร์ตรง do-not-contact list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TC-04-08, 09-06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Customer หลายแหล่ง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เบอร์/อีเมลต่างกัน CIS vs อื่น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TC-09-02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ไฟล์ csv หลายแบบ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ถูก / &gt;5MB / =5MB / column ผิด / ซ้ำ / ว่าง / ไทย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LC หลายผลงาน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ทุกงวด / บางงวด / จังหวัดต่าง / กรมธรรม์เท่ากัน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 Hot / Warm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มีช่วงเวลา / ไม่มีช่วงเวลา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TS-14, TS-17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Lead ซ้ำ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 ช่องทาง / 2 ช่องทาง / แบบประกันเหมือน-ต่าง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เลขใบคำขอ/กรมธรรม์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พบทั้งคู่ / พบใบคำขอไม่พบกรมธรรม์ / ไม่พบ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TC-18-03..05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 Assign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07:00 / 10:00 / 18:00 / 19:00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❓ CLARIFY FIRST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ต้องถามให้ชัดก่อนเขียน Expected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SLA 'ครบ 24 ชม.พอดี' นับ inclusive/exclusive? และ นับข้ามวันหยุด (เสาร์-อาทิตย์) หรือนับ 24 ชม.ต่อเนื่อง? (TC-17-03/07/13)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GrowthAi เป็น COTS/SaaS หรือ custom build? — กระทบระดับการทดสอบ (config vs functional) + effort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Send webhook ยิงไประบบไหน (MCMP internal / LC Connect / UW?) — ยังไม่อยู่ใน BRD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Decision vs Condition node ต่างกันเชิง business อย่างไร · LINE Ocean Connect ส่งผ่าน action ใด (หายจาก GrowthAi)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Total Credit / Total Fail สูตรตรงกับ Infobip billing หรือไม่ (reconciliation)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การแก้ Campaign หลังอนุมัติ — ล็อก หรือ ต้องขออนุมัติใหม่? (TC-08-05)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Raw Data Lead Source แสดงหลายช่องทางด้วย comma หรือไม่ (Issue #105 Recheck) · frequency sync RFM (daily vs monthly)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5532120"/>
            <a:ext cx="1078992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5532120"/>
            <a:ext cx="73152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532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ข้อที่ค้างคำตอบ → ทำ TC เป็น 'Blocked/Draft' ไว้ก่อน อย่าเดา Expected — ถาม BA/SA (piraya.ph) ให้จบก่อนรัน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TEAM SPLIT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แบ่งงาน QA1 (Senior) / QA2 (Junior)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จับคู่เป็น 8 workflow chain — QA2 ทำ 'ต้นน้ำ (data/UI)' ป้อนให้ QA1 ทดสอบ 'core logic' ปลายน้ำ ลด false positive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10789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863840"/>
                <a:gridCol w="109728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บทบาท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รับผิดชอบหลัก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QA1 Senior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Segment+Tag+RFM · Campaign+Maker/Checker · Auto-Assign+SLA · LC API/Batch · GrowthAi · Test Plan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≈63.75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QA2 Junior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 ingestion (LineOA/BZB/GA4/Staff) · SMS+Ads · Lead intake · LC Connect Screens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≈39.25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4160520"/>
            <a:ext cx="10789920" cy="640080"/>
          </a:xfrm>
          <a:prstGeom prst="rect">
            <a:avLst/>
          </a:prstGeom>
          <a:solidFill>
            <a:srgbClr val="E8F0FB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4160520"/>
            <a:ext cx="73152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4160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QA รวม (ทางการ) ≈102.0 MD = baseline 98.0 + GrowthAi +4.0 · Gap High 5 ข้อ (ดูสไลด์ถัดไป) ควรเป็นงาน QA1 + ขอเพิ่ม ~5–8 MD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chains: Segment · Campaign+Activity · Tracking · LINE · Push/App · SMS+Ads · Lead→Auto-Assign · LC Connect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🔴 COVERAGE 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Gap: อยู่ใน BRD แต่ไม่พบใน WBS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ฟีเจอร์เหล่านี้มี Test Case เขียนไว้แล้วตาม BRD แต่ยังไม่พบ dev task ใน WBS — เสี่ยงว่า 'ไม่มีของให้เทสต์' ต้องยืนยันกับ PM ก่อน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789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035040"/>
                <a:gridCol w="27432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Gap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 ที่รอ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Do-not-contact list (import + exclude)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TC-04-08, 09-06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High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Exclude Consent=No (PDPA)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TC-04-07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High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Maker/Checker workflow อนุมัติส่ง Campaign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TS-08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High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Manual Assign Lead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TS-15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High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ระงับ LC x วัน (5/10/15/20/ถาวร)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565C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TC-17-10/11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High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4709160"/>
            <a:ext cx="10789920" cy="8229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4709160"/>
            <a:ext cx="73152" cy="82296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4709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Medium ที่รอยืนยันเช่นกัน: Open tracking (email) · Campaign Monthly Report · Lead Daily Report · Lead Import Excel/CSV · Message object แยก · Preview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BEYOND FUNCTIONAL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Non-Functional ที่ต้องครอบคลุม</a:t>
            </a:r>
            <a:endParaRPr lang="en-US" sz="2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5953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ด้าน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สิ่งที่ต้องทดสอบ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Performance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Batch Daily 23:00 ต้องเสร็จก่อน 08:00 (ก่อน Automail) · ส่ง Campaign ปริมาณมาก · Load Test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Security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แยกสิทธิ์ Maker/Checker · Lead เข้าถึงเฉพาะ LC เจ้าของ · VPN/VDI สำหรับ WFH · Pentest public link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Integration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FB/Google Ads API · Infobip SMS · OSSS · UW · NBS · QuickSight/S3 · GrowthAi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 Integrity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Update vs Insert ไม่ duplicate · ยึด CIS เป็น primary · Hash SHA-256 (Staff)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Scheduling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Automail ตรงเวลา (08:00/09:00/13:00) · SLA timer · Retention 3 เดือน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Compatibility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LC Connect บนมือถือ · การแสดง Email/LINE รูปภาพ · encoding ภาษาไทย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Execution Workflow &amp; Defect Flow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10789920" cy="1051560"/>
          </a:xfrm>
          <a:prstGeom prst="rect">
            <a:avLst>
              <a:gd name="adj" fmla="val 5217"/>
            </a:avLst>
          </a:prstGeom>
          <a:solidFill>
            <a:srgbClr val="0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เตรียม ─► Import TC ─► รัน P1 ก่อน ─► บันทึกผล ─► เจอ Defect ─► แจ้ง Dev ─► Retest ─► ปิด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(Test Data) (Jira/Xray)  (ตาม chain)  (Pass/Fail)  (ระบุ TC+step) (severity)  (verify)  (closed)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Entry Criteria (เริ่มเทสต์ได้เมื่อ):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พร้อม · test data เตรียมครบ · integration/stub เชื่อมได้ · Open Issue High ได้คำตอบ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Exit Criteria (จบรอบได้เมื่อ):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P1 ทั้งหมดรัน 100% + ผ่าน · ไม่มี Critical/Blocker ค้าง · defect P2 มีแผนปิด · trace RTM ครบทุก requirement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709160"/>
            <a:ext cx="10789920" cy="640080"/>
          </a:xfrm>
          <a:prstGeom prst="rect">
            <a:avLst/>
          </a:prstGeom>
          <a:solidFill>
            <a:srgbClr val="E8F0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4709160"/>
            <a:ext cx="73152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709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Defect report ต้องอ้าง TC ID + step + expected/actual + severity + test data ที่ใช้ เพื่อให้ dev reproduce ได้ทันที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113842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6419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502920" cy="457200"/>
          </a:xfrm>
          <a:prstGeom prst="rect">
            <a:avLst>
              <a:gd name="adj" fmla="val 10000"/>
            </a:avLst>
          </a:prstGeom>
          <a:solidFill>
            <a:srgbClr val="0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A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Checklist วันแรกของ QA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☐ 1.  อ่าน MCMP_Test_Design.md ทั้งไฟล์ (RTM + TC + test data + open issues)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☐ 2.  เปิด export\MCMP_Test_Artifacts.xlsx ดู 13 sheets ให้เห็นภาพรวม TC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☐ 3.  Import TestCases_Jira.csv (หรือ Xray/TestRail) เข้าเครื่องมือทีม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☐ 4.  รับ scope ตาม QA1/QA2 + 8 workflow chain ของตัวเอง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☐ 5.  เตรียม Test Data ตามตาราง (Consent=No, do-not-contact, csv boundary, Lead Hot/Warm)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☐ 6.  รวบรวม 7 Open Issues → ถาม BA/SA ให้ได้คำตอบก่อนเขียน Expected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☐ 7.  ยืนยัน 5 Gap High กับ PM ว่า 'มีของให้เทสต์' ไหม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☐ 8.  เริ่มรัน P1 ของ Process ที่รับผิดชอบ → บันทึกผล → แจ้ง defect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5623560"/>
            <a:ext cx="10789920" cy="640080"/>
          </a:xfrm>
          <a:prstGeom prst="rect">
            <a:avLst/>
          </a:prstGeom>
          <a:solidFill>
            <a:srgbClr val="E7F4E9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5623560"/>
            <a:ext cx="73152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ติดปัญหา/ต้องการรายละเอียด TC เพิ่ม: ดูเอกสารในโปรเจกต์ หรือถาม QA Lead — ขอให้ทดสอบสนุกครับ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MCMP — QA Test Onboarding</dc:title>
  <dc:subject>PptxGenJS Presentation</dc:subject>
  <dc:creator>MCMP QA</dc:creator>
  <cp:lastModifiedBy>MCMP QA</cp:lastModifiedBy>
  <cp:revision>1</cp:revision>
  <dcterms:created xsi:type="dcterms:W3CDTF">2026-07-14T09:34:03Z</dcterms:created>
  <dcterms:modified xsi:type="dcterms:W3CDTF">2026-07-14T09:34:03Z</dcterms:modified>
</cp:coreProperties>
</file>